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731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Система обратной связи</a:t>
            </a:r>
            <a:br/>
            <a:r>
              <a:t>по дисциплине</a:t>
            </a:r>
          </a:p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Мини-проект по дисциплине «Программирование на PHP» (Вариант 16)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05840" y="5029200"/>
            <a:ext cx="10149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Автор: </a:t>
            </a:r>
            <a:r>
              <a:rPr lang="ru-RU" dirty="0" err="1"/>
              <a:t>Тынайбеков</a:t>
            </a:r>
            <a:r>
              <a:rPr lang="ru-RU" dirty="0"/>
              <a:t> Амир </a:t>
            </a:r>
            <a:r>
              <a:rPr dirty="0"/>
              <a:t>| </a:t>
            </a:r>
            <a:r>
              <a:rPr lang="ru-RU" dirty="0"/>
              <a:t>Г</a:t>
            </a:r>
            <a:r>
              <a:rPr lang="ru-RU"/>
              <a:t>руппа</a:t>
            </a:r>
            <a:r>
              <a:rPr lang="ru-RU" dirty="0"/>
              <a:t>: ИС 24-22</a:t>
            </a:r>
            <a:endParaRPr dirty="0"/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Стек технологий: PHP 8.4+, HTML5, CSS3, JSON, Git &amp; GitHub | Алматы,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МИНИ-ПРОЕКТ | ВАРИАНТ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Проблема и цель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Проблема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Отсутствие удобного инструмента для быстрого анонимного сбора откликов студентов.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Высокие накладные расходы при разворачивании тяжеловесных СУБД для простых задач.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Риск спама и накруток при отсутствии механизмов защиты на уровне HTTP-сессий.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Цель и результаты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Разработать законченное серверное веб-приложение на чистом PHP (без фреймворков).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Обеспечить валидацию данных, CSRF-защиту и безопасное хранение в JSON с flock().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Автоматизировать расчёт среднего балла и визуализацию распределения оценок.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МИНИ-ПРОЕКТ | ВАРИАНТ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Обязательная функциональность (Вариант 16)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1. Сбор отзывов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Форма с выбором оценки от 1 до 5 и текстовым комментарием (5–500 символов).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2. Серверная валидация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Проверка диапазонов, типов данных и фильтрация нежелательного контента.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3. Защита от спама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Сессионное ограничение повторной отправки и предотвращение повторов через PRG.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4. Надежное хранение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Запись в JSON-файл с блокировкой flock() для защиты от конкурентного доступа.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5. Агрегация данных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Автоматический расчёт среднего балла и наглядное распределение по оценкам.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6. Экспорт (Бонус)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Экспорт агрегированной сводки и фильтрация стоп-слов.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МИНИ-ПРОЕКТ | ВАРИАНТ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Архитектура и структура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256032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public/index.php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82880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Единая точка входа (Front Controller), маршрутизация запросов, управление сессиями и CSRF-токенами.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3063240"/>
            <a:ext cx="256032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src/feedback.php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Модуль бизнес-логики: функции чтения/записи JSON с flock(), валидация и агрегация статистики.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4251960"/>
            <a:ext cx="256032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templates/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20624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PHP-шаблоны отображения (layout.php, form.php, stats.php) с обязательным экранированием htmlspecialchars().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5440680"/>
            <a:ext cx="256032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var/data/feedback.json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3949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Защищенное хранилище отзывов вне публичной зоны веб-сервера (безопасность прямого доступа).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МИНИ-ПРОЕКТ | ВАРИАНТ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Ключевые PHP-функции и решения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declare(strict_types=1);</a:t>
            </a:r>
            <a:br/>
            <a:br/>
            <a:r>
              <a:t>// Атомарная запись с блокировкой</a:t>
            </a:r>
            <a:br/>
            <a:r>
              <a:t>function saveFeedback(int $rating, string $comment): bool {</a:t>
            </a:r>
            <a:br/>
            <a:r>
              <a:t>    $fp = fopen(getDataFilePath(), 'c+');</a:t>
            </a:r>
            <a:br/>
            <a:r>
              <a:t>    if (flock($fp, LOCK_EX)) {</a:t>
            </a:r>
            <a:br/>
            <a:r>
              <a:t>        $feedbacks = json_decode(fread($fp, ...), true);</a:t>
            </a:r>
            <a:br/>
            <a:r>
              <a:t>        array_unshift($feedbacks, [</a:t>
            </a:r>
            <a:br/>
            <a:r>
              <a:t>            'id' =&gt; uniqid('fb_', true),</a:t>
            </a:r>
            <a:br/>
            <a:r>
              <a:t>            'rating' =&gt; $rating,</a:t>
            </a:r>
            <a:br/>
            <a:r>
              <a:t>            'comment' =&gt; htmlspecialchars($comment),</a:t>
            </a:r>
            <a:br/>
            <a:r>
              <a:t>            'created_at' =&gt; date('Y-m-d H:i:s')</a:t>
            </a:r>
            <a:br/>
            <a:r>
              <a:t>        ]);</a:t>
            </a:r>
            <a:br/>
            <a:r>
              <a:t>        ftruncate($fp, 0); rewind($fp);</a:t>
            </a:r>
            <a:br/>
            <a:r>
              <a:t>        fwrite($fp, json_encode($feedbacks));</a:t>
            </a:r>
            <a:br/>
            <a:r>
              <a:t>        flock($fp, LOCK_UN);</a:t>
            </a:r>
            <a:br/>
            <a:r>
              <a:t>        return true;</a:t>
            </a:r>
            <a:br/>
            <a:r>
              <a:t>    }</a:t>
            </a:r>
            <a:br/>
            <a:r>
              <a:t>    return false;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4805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92024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Технические особенности: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Strict Types: declare(strict_types=1) во всех файлах.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Конкурентный доступ: Эксклюзивная блокировка LOCK_EX исключает повреждение JSON.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Функциональная обработка: Использование array_reduce() и array_count_values().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Post Redirect Get (PRG): Предотвращение повторной отправки при нажатии F5.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МИНИ-ПРОЕКТ | ВАРИАНТ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Безопасность и Валидация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CSRF-Защита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Генерация криптостойкого токена bin2hex(random_bytes(32)) в сессии и его проверка через hash_equals().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XSS-Защита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Экранирование всего динамического вывода с помощью htmlspecialchars($data, ENT_QUOTES, 'UTF-8').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Серверная Валидация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Проверка диапазонов оценок (1–5) через filter_input() и длины комментария через mb_strlen().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Антиспам &amp; Ограничения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Сессионный тайм-аут между отправками отзывов и фильтрация нежелательных слов.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МИНИ-ПРОЕКТ | ВАРИАНТ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Результаты тестирования (test-cases.md)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Сценарий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Действие / Проверка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Обычный сценарий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Ввод корректной оценки (5) и комментария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Успешное сохранение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Пустые значения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Отправка незаполненной формы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Ошибка валидации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Граничные значения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Оценка = 6 или комментарий &lt; 5 символов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Блокировка сервером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CSRF-атака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POST-запрос с поддельным токеном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Отказ (403 Forbidden)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Повреждение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Нарушение структуры файла feedback.json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Устойчивая обработка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Итоги выполнения и Готовность к защите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Все критерии оценивания и требования методических указаний выполнены в полном объёме.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338328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100% Требований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Реализована вся обязательная функциональность Варианта 16 и задание повышенной сложности.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560320"/>
            <a:ext cx="338328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2834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GitHub Репозиторий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История из 8+ коммитов, подробный README.md, .gitignore и тест-кейсы.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38328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834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Дальнейшее развитие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Следующий шаг после изучения ООП и PDO — миграция с JSON на PostgreSQL / MySQL.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 Д</cp:lastModifiedBy>
  <cp:revision>3</cp:revision>
  <dcterms:created xsi:type="dcterms:W3CDTF">2013-01-27T09:14:16Z</dcterms:created>
  <dcterms:modified xsi:type="dcterms:W3CDTF">2026-10-19T07:36:35Z</dcterms:modified>
  <cp:category/>
</cp:coreProperties>
</file>